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>
            <a:r>
              <a:t>Welcome team, today we review our operational 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>
            <a:r>
              <a:t>Our SecOps telemetry identified anomalous connection probes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64592" cy="3657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FFFFFF"/>
                </a:solidFill>
              </a:defRPr>
            </a:pPr>
            <a:r>
              <a:t>Enterprise Security Strategy</a:t>
            </a:r>
          </a:p>
          <a:p>
            <a:pPr>
              <a:spcAft>
                <a:spcPts val="2000"/>
              </a:spcAft>
              <a:defRPr sz="2400">
                <a:solidFill>
                  <a:srgbClr val="E2E8F0"/>
                </a:solidFill>
              </a:defRPr>
            </a:pPr>
            <a:r>
              <a:t>Executive Threat Briefing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•  Comprehensive threat assessment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•  Mitigation timeline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Roopantar-AI • Enterprise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C4899"/>
                </a:solidFill>
              </a:defRPr>
            </a:pPr>
            <a:r>
              <a:t>CONTEXT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Perimeter Telemetry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2200"/>
              </a:spcAft>
              <a:defRPr sz="2400" b="0">
                <a:solidFill>
                  <a:srgbClr val="0F172A"/>
                </a:solidFill>
              </a:defRPr>
            </a:pPr>
            <a:r>
              <a:t>•   Identified probe sequences on external port 8443 with elevated packet entropy.</a:t>
            </a:r>
          </a:p>
          <a:p>
            <a:pPr>
              <a:lnSpc>
                <a:spcPct val="135000"/>
              </a:lnSpc>
              <a:spcAft>
                <a:spcPts val="2200"/>
              </a:spcAft>
              <a:defRPr sz="2400" b="0">
                <a:solidFill>
                  <a:srgbClr val="0F172A"/>
                </a:solidFill>
              </a:defRPr>
            </a:pPr>
            <a:r>
              <a:t>•   Enforced mandatory network isolation to prevent lateral reconnaissance.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Roopantar-AI • Executive Briefing  |  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